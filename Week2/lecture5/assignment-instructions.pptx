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 Day 5 — graded assembly day, same rhythm as Week 1: ~20 min briefing, ~40 min supervised build. Deliverable: RAG SmartBot v1.0 + the two-layer eval report. Celebrate: two weeks ago they'd never called an LLM; today they ship a measured RAG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days as capabilities. Today assembles them into the graded syllabus mini-project. No new concepts — assembly and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brief: upgrade Week 1's bot with full RAG + proof. Deliverable = bot, proof (acceptance + two eval tables), diagnosis (before/after fix). Frame as client engagement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acceptance checks — note the evolution from Week 1: checks 8-9 are METRIC thresholds (faithfulness ≥0.8, F1 ≥0.60), not just keyword checks. The contract now includes measured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question → hybrid retrieval → grounded prompt → short cited answer, with the EvalHarness wrapped around everything. Component-to-day map: nothing new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milestones: index (chunk TODO), wire (retriever+prompt TODOs), pass checks (triage loop), report &amp; submit. Call transitions every 10 min. Warn against gold-plating early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40 checks, 25 eval report (the week's signature), 10 diagnosis, 10 prompt/chunking, 10 engineering, 5 hygiene+honesty. Pass 60, bonus +10. Emphasize: 25% of the grade is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Build-day triage: five likely failures mapped to fixes. Every fix attempt with before/after numbers is a candidate for the graded diagnosis section — nothing is wasted.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Stretch: confidence threshold guardrail (+4, Week 4 preview), multi-query RRF (+3), persistence with re-embed guard (+3). Core checks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Point-killers: skipping chunking TODO, gold-set leakage, suspiciously perfect scores, non-reproducible notebooks, missing limitations paragraph. All preventable.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checklist + demo format. The demo highlight this week: 'here's a number that was low, here's what I changed, here's the number now' — the engineering story interviewers actually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 teaser: v1.0 knows but cannot act. Agentic AI — function calling, LangChain, tools &amp; memory; syllabus Week 3 mini-project turns the bot into an inventory/order/pricing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Launch. Remind: Step 0 install first (chromadb ~1 min). Call milestones at 10/20/30. Circulate per the facilitation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pride: knowledge-grounded, measured, honest bot in week 2 of 4. Deadline + demo reminder. Monday: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Day II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RAG SmartBot v1.0 — your bot learns the catalog, with proof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02 · MODULE 05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MINI-PROJECT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BRIEF + BUILD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WHAT YOU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days, four superpowers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+ BM25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7512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mechanics,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retriever, metrics 101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78608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+ chunks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743200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cosine,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chunking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54296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18888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55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85816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18888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818888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HNSW,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 search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29984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94576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6550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1504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94576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894576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four dials,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EvalHarness, triage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5F4F3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all four into the syllabus deliverable — “add RAG to your Week 1 chatbot using product catalogs and inventory documents” — graded, with an eval report.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brief: SmartBot v1.0, RAG edition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3108960"/>
          </a:xfrm>
          <a:prstGeom prst="roundRect">
            <a:avLst>
              <a:gd name="adj" fmla="val 2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SmartMart loved Week 1's assistant — but it couldn't answer a single product question. Ship the upgrade: full catalog + policy handbook knowledge, honest refusals, citations — and PROVE the quality with numbers.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840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AI engineer. v1.0 ships today — with its report card.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 (one notebook, three parts)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19842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1031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2221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Chroma-indexed catalog + CA-chunked policies + hybrid retrieval + grounded prompt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63440" y="27249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28032" y="28986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01752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40680" y="31363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acceptance checks green + retrieval table (3 retrievers) + RAGAS table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0" y="36393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28032" y="38130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93192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diagnosis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4050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weakness found via triage, fixed, with before/after numbers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acceptance checks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453896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538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 real catalog price, with citation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453896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4538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9512" y="137160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cheapest kettle correctly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066544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665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1984248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query lands the right product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1984248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066544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20665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39512" y="1984248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answer: no receipt → store credit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96896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2679192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79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2596896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Multi-fact: X-500 price AND claim process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2596896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679192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2679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9512" y="2596896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Out-of-catalog → honest 'don't have that'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209544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3291840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291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1560" y="3209544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ask: kitchen under ₹1,000 respected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90872" y="3209544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291840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3291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39512" y="3209544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≥ 0.8 on the sample check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822192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" y="3904488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904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51560" y="382219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F1 ≥ 0.60 on your gold set (k=3)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90872" y="3822192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3904488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2" name="Text 40"/>
          <p:cNvSpPr/>
          <p:nvPr/>
        </p:nvSpPr>
        <p:spPr>
          <a:xfrm>
            <a:off x="4782312" y="3904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39512" y="382219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≤ 3 sentences, citation present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8 &amp; 9 are NEW: this week, metrics are part of the contract. The workbook runs everything.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assembling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920240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0" y="1463040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146304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BM25+vec RRF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92024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69080" y="1463040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069080" y="146304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citations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920240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852160" y="1463040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852160" y="146304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 sentences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92024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35240" y="1463040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635240" y="146304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EvalHarness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02920" y="28803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has a birthday this week: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02920" y="329184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5F4F3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29184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template with citations &amp; honest IDK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132320" y="32918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374904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23" name="Text 17"/>
          <p:cNvSpPr/>
          <p:nvPr/>
        </p:nvSpPr>
        <p:spPr>
          <a:xfrm>
            <a:off x="731520" y="374904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chunked policy handbook (headers + overlap)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32320" y="3749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2920" y="420624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5F4F3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420624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collection with metadata · hybrid RRF retrieval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13232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" y="466344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66344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EvalHarness: retrieval metrics + RAGAS four dials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132320" y="4663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minutes, four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17904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367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10 min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06040" y="13716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the knowledge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00600" y="137160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policy doc (TODO), index catalog + chunks into Chroma with metadata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231136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963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23113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10 min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06040" y="22311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bot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00600" y="223113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 + your grounding prompt — fill the TODOs, pass the smoke test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09067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5584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9067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10 min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2606040" y="309067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 checks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00600" y="309067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10 acceptance checks; triage failures; fix ONE thing at a time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950208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09651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1538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10 min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2606040" y="39502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submit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00600" y="3950208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table + RAGAS table + diagnosis before/after; limitations; submit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thief warning: don't gold-plate the gold set in M1 — the report needs it in M4; the minimum is provided.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— 100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checks (10 × 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86200" y="1389888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32588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 re-running your notebook, outputs visible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89280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report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1956816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892808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 20+ (10) · retrieval table 3 retrievers (7) · RAGAS table (8)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59736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4597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fix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86200" y="252374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2523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459736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weakness triaged, one fix, before/after numbers shown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02666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&amp; chunking quality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86200" y="3090672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02666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rules, citations, CA chunks with headers/overlap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593592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593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86200" y="365760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359359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used, hybrid wired correctly, sensible k and rrf_k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16052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Hygiene &amp; honesty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86200" y="4224528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2" name="Text 30"/>
          <p:cNvSpPr/>
          <p:nvPr/>
        </p:nvSpPr>
        <p:spPr>
          <a:xfrm>
            <a:off x="3886200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416052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key, clean run, known-limitations paragraph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mark: 60. Stretch goals add up to +10. Note the shift: a quarter of the grade IS the eval report.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CHECKS GO 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Triage, build-day edition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 (Hinglish) fails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3258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side weak or missing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49240" y="13258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embeddings indexed; raise pool; check RRF wiring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29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5 (multi-fact) fails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20299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chunk missing at k=3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202996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k to 4-5 — watch check 7/10 for side effects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340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6 (IDK trap) fails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7340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answers from thin air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734056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'ONLY from context' + IDK line in prompt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38144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381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8 (faithfulness) fails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4381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embellishes context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343814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down; citation rule; shorter answers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422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9 (F1) fails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4142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genuinely weak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414223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headers? hybrid on? try k sweep on gold 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per iteration — and note EVERY before/after: any of them can become your graded diagnosis.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 — up to +10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27632"/>
            <a:ext cx="475488" cy="475488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427" y="175125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4475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 · Confidence guardrail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40480" y="1444752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top retrieval score is below a threshold, skip the LLM and answer 'we don't seem to carry that' — your Day 2 homework idea, shipped. Show it firing on 3 nonsense queries.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496312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752344"/>
            <a:ext cx="475488" cy="475488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27" y="2875971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6946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· Multi-query retrieval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840480" y="2569464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2 paraphrases of the question; retrieve for all 3; RRF-merge. Show one query where it rescues a miss.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621024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877056"/>
            <a:ext cx="475488" cy="475488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27" y="400068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9417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· Persistence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840480" y="3694176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PersistentClient + a guard that skips re-embedding when the collection already exists. Prove: second run makes zero embedding calls.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first — bonus with failing core checks earns nothing.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LOSE 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point-killers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20" y="156289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Skipping the policy chunking TODO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794760" y="132588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4-5 need the handbook — pasting it whole re-invents context stuffing and fails precision.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066544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03704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0" y="230355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0665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ON the graded gold set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794760" y="206654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4's leakage lesson. Tune on your dev queries; the report runs the full set once, honestly.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80720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2944368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3044220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807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'perfect' eval report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794760" y="280720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1.00s looks like a too-easy gold set, not a great bot — graders check your ugly queries exist.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54787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685032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" y="3784884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5478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Cells out of order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794760" y="354787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&amp; Run All. The harness cells depend on everything above them.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288536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4425696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4525548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2885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Skipping the limitations paragraph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794760" y="428853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free points for honesty — and the grader has read your eval table anyway.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by end of day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Restart &amp; Run All — clean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All check outputs + both eval tables visible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Diagnosis before/after visible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Rename: Week2_Project_YourName.ipynb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 API key in the file — getpass only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90872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72768"/>
            <a:ext cx="502920" cy="50292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231" y="17035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90-second demo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19472" y="2240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session, show: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product question answered with citation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trap survived (out-of-catalog)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favourite line of the eval report — and what you FIXED because of 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one is what interviewers remember.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bot KNOWS. Next it DOES.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finished v1.0: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the cheapest kettle for me.”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if my order #4521 shipped.”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“Alert me when the air fryer is back in stock.”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TALK about these things. It cannot check a live system, place an order, or take any action. It's a brilliant librarian — not an assistant.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3: Agentic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and tool use. LangChain agents with chains, tools and memory. Multi-agent patterns.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9472" y="2743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mini-project: your chatbot becomes an agent that checks inventory, tracks orders and looks up pricing — on its own. Same bot, third superpower.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40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time. Ship RAG SmartBot v1.0.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on the clock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index · 10 min wire · 10 min checks · 10 min report + submit. I call transitions.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= your guide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5420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at every decision point; triage table inside; reference solution unlocks after submission.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 &gt; 5 minutes?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354787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hand. The chromadb install alone is 1 minute — start Step 0 NOW.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ago you had never called an LLM. Today you ship a measured RAG system. Go.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868680"/>
            <a:ext cx="914400" cy="91440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2: complete.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97280" y="26974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chatbot answers from real documents, refuses honestly, cites its sources — and carries a report card you built yourself.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3520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Week 3 — Agentic AI. Your bot stops talking and starts doing.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  ·  pmsroboticsrc@gmail.com  ·  (+91) 9960664674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Module 5 — Mini-Project: RAG SmartBot v1.0</dc:title>
  <dc:subject>PptxGenJS Presentation</dc:subject>
  <dc:creator>PMS RoBoTics Research Center</dc:creator>
  <cp:lastModifiedBy>PMS RoBoTics Research Center</cp:lastModifiedBy>
  <cp:revision>1</cp:revision>
  <dcterms:created xsi:type="dcterms:W3CDTF">2026-07-18T08:17:42Z</dcterms:created>
  <dcterms:modified xsi:type="dcterms:W3CDTF">2026-07-18T08:17:42Z</dcterms:modified>
</cp:coreProperties>
</file>